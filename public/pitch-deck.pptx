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264a006194d5e" /><Relationship Type="http://schemas.openxmlformats.org/officeDocument/2006/relationships/extended-properties" Target="/docProps/app.xml" Id="Rdc0ff76e01204948" /><Relationship Type="http://schemas.openxmlformats.org/officeDocument/2006/relationships/officeDocument" Target="/ppt/presentation.xml" Id="R785fa101ebd241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de402124446e1"/>
  </p:sldMasterIdLst>
  <p:notesMasterIdLst>
    <p:notesMasterId xmlns:r="http://schemas.openxmlformats.org/officeDocument/2006/relationships" r:id="Rfc42755316084f9b"/>
  </p:notesMasterIdLst>
  <p:sldIdLst>
    <p:sldId xmlns:r="http://schemas.openxmlformats.org/officeDocument/2006/relationships" id="256" r:id="R09e2b63cbed44006"/>
    <p:sldId xmlns:r="http://schemas.openxmlformats.org/officeDocument/2006/relationships" id="257" r:id="R4f598af2c61e4a2f"/>
    <p:sldId xmlns:r="http://schemas.openxmlformats.org/officeDocument/2006/relationships" id="258" r:id="Rc97b38f9c54149da"/>
    <p:sldId xmlns:r="http://schemas.openxmlformats.org/officeDocument/2006/relationships" id="259" r:id="Rc10cef501cd44331"/>
    <p:sldId xmlns:r="http://schemas.openxmlformats.org/officeDocument/2006/relationships" id="260" r:id="R48578e4e3d084842"/>
    <p:sldId xmlns:r="http://schemas.openxmlformats.org/officeDocument/2006/relationships" id="261" r:id="Re8b838b6bf144557"/>
    <p:sldId xmlns:r="http://schemas.openxmlformats.org/officeDocument/2006/relationships" id="262" r:id="R433bfe874ef842c9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cf1dc18c5644ea" /><Relationship Type="http://schemas.openxmlformats.org/officeDocument/2006/relationships/slideMaster" Target="/ppt/slideMasters/slideMaster1.xml" Id="R494de402124446e1" /><Relationship Type="http://schemas.openxmlformats.org/officeDocument/2006/relationships/notesMaster" Target="/ppt/notesMasters/notesMaster1.xml" Id="Rfc42755316084f9b" /><Relationship Type="http://schemas.openxmlformats.org/officeDocument/2006/relationships/presProps" Target="/ppt/presProps.xml" Id="R9191041bf611412f" /><Relationship Type="http://schemas.openxmlformats.org/officeDocument/2006/relationships/viewProps" Target="/ppt/viewProps.xml" Id="Re922a9b7fba046f5" /><Relationship Type="http://schemas.openxmlformats.org/officeDocument/2006/relationships/tableStyles" Target="/ppt/tableStyles.xml" Id="R0ea83c2b0e394dbf" /><Relationship Type="http://schemas.openxmlformats.org/officeDocument/2006/relationships/slide" Target="/ppt/slides/slide1.xml" Id="R09e2b63cbed44006" /><Relationship Type="http://schemas.openxmlformats.org/officeDocument/2006/relationships/slide" Target="/ppt/slides/slide2.xml" Id="R4f598af2c61e4a2f" /><Relationship Type="http://schemas.openxmlformats.org/officeDocument/2006/relationships/slide" Target="/ppt/slides/slide3.xml" Id="Rc97b38f9c54149da" /><Relationship Type="http://schemas.openxmlformats.org/officeDocument/2006/relationships/slide" Target="/ppt/slides/slide4.xml" Id="Rc10cef501cd44331" /><Relationship Type="http://schemas.openxmlformats.org/officeDocument/2006/relationships/slide" Target="/ppt/slides/slide5.xml" Id="R48578e4e3d084842" /><Relationship Type="http://schemas.openxmlformats.org/officeDocument/2006/relationships/slide" Target="/ppt/slides/slide6.xml" Id="Re8b838b6bf144557" /><Relationship Type="http://schemas.openxmlformats.org/officeDocument/2006/relationships/slide" Target="/ppt/slides/slide7.xml" Id="R433bfe874ef8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e86b57297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d0362f7f4e48f0" /><Relationship Type="http://schemas.openxmlformats.org/officeDocument/2006/relationships/notesMaster" Target="/ppt/notesMasters/notesMaster1.xml" Id="R27cf094c157c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f43bfc4e8342c5" /><Relationship Type="http://schemas.openxmlformats.org/officeDocument/2006/relationships/notesMaster" Target="/ppt/notesMasters/notesMaster1.xml" Id="Rb03001847f82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0603d0d504dc6" /><Relationship Type="http://schemas.openxmlformats.org/officeDocument/2006/relationships/notesMaster" Target="/ppt/notesMasters/notesMaster1.xml" Id="R293156f6945940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ee773850ea4053" /><Relationship Type="http://schemas.openxmlformats.org/officeDocument/2006/relationships/notesMaster" Target="/ppt/notesMasters/notesMaster1.xml" Id="Rbd7afb9e5db1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f926b2e97c4066" /><Relationship Type="http://schemas.openxmlformats.org/officeDocument/2006/relationships/notesMaster" Target="/ppt/notesMasters/notesMaster1.xml" Id="Rf1a393e4c3fa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56d3f932024379" /><Relationship Type="http://schemas.openxmlformats.org/officeDocument/2006/relationships/notesMaster" Target="/ppt/notesMasters/notesMaster1.xml" Id="Ra961a7e8c6f441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44515d8ca4721" /><Relationship Type="http://schemas.openxmlformats.org/officeDocument/2006/relationships/notesMaster" Target="/ppt/notesMasters/notesMaster1.xml" Id="R90ebc70f2fb8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Latch pre-hackathon prototype. Built 17 October 2026. Live: https://latch-bch.vercel.app. This deck adapts the official BCH BLAZE Widget Factory template: https://docs.google.com/presentation/d/1Yfuk9CJkf4U9M_WukcELhumWgj3Ak6345Ewy8hSp-Hk/edit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Code: https://github.com/Foreveranka/latch-bch. Original proof is pre-event and must be disclosed. Do not claim the prototype was built during the November hackathon.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Product hypothesis: delayed contractor/community payouts need recipient binding and a recovery path. No traction or market-size claims. Actual product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input, one output. Fixed payout script. Contract caps fee at 1000 satoshis, app uses 800. No token inputs. Check contracts/Latch.cash and tests/core.test.ts.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technical sources: https://cashscript.org/docs/sdk/transaction-builder and https://docs.riftenlabs.com/wizardconnect/dapp/ . The demo uses MockNetworkProvider and actual local BCH VM signature validation, not a mainnet receipt. Funded mainnet and real external wallet end-to-end tests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Business model is proposed. No existing revenue claims. After refund maturity recipient claim remains valid until spent. Competing claim/refund transactions can race. In-event improvements, mainnet evidence, preparation-stream roll call, Telegram confirmation and submission opening are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Website: https://latch-bch.vercel.app . Demo: https://latch-bch.vercel.app/demo . Telegram user-supplied handle foreveranka. Source: https://github.com/Foreveranka/latch-bch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398bfdf4641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33e3c9e5f4a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51172f60240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34fc90af747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b208ebb0d4d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4addca72142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4afa21d0b46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09ec633bc44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9fa32b5d24ee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c4e8af75241a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5207cecae40d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192AE82-433A-451A-ABD9-5A58D42E66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60383" y="16888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8678D77-83A3-450E-9D1F-03A5C48EC6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9DFE155-4B6F-44A5-BF53-53F1D49114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7E96F2FD-8847-4C57-AC63-14C263DFF87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43125" y="426975"/>
            <a:ext cx="2241600" cy="24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F4A92F2C-CC0E-402E-A37C-E863B9CB5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13CB40F3-9629-4CBA-AE67-D8030D3D3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9FADEE8F-2115-48DF-A316-6080DADDD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F4CF346-517F-4B5D-B15B-DB8326BF8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CDE89685-298D-4F4E-B948-3F714E52FC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F213B24-3306-40B4-9218-50F36CFEA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BE8A6D5-97EB-4F9C-80BB-F10054E28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03C7CCA-8082-4B83-BA73-6D2494CBDD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6F709680-0638-4317-8E86-C474E6EA3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38EE4C2-BF58-4ED8-814A-6139C7C2B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6">
            <a:extLst xmlns:a="http://schemas.openxmlformats.org/drawingml/2006/main">
              <a:ext uri="{FF2B5EF4-FFF2-40B4-BE49-F238E27FC236}">
                <a16:creationId xmlns:a16="http://schemas.microsoft.com/office/drawing/2014/main" id="{EA7F2695-86A2-4C32-8151-3E69B77894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1F3D2F5-9ADD-4B93-BCDE-7C38FE7D6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3076BA0-6176-4D89-A1A9-84BED61ED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7">
            <a:extLst xmlns:a="http://schemas.openxmlformats.org/drawingml/2006/main">
              <a:ext uri="{FF2B5EF4-FFF2-40B4-BE49-F238E27FC236}">
                <a16:creationId xmlns:a16="http://schemas.microsoft.com/office/drawing/2014/main" id="{1092B36E-475E-438D-BCC9-B2E19B97A1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80656198-F5FC-4F94-80AD-E38048C5C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5" name="Google Shape;35;p8">
            <a:extLst xmlns:a="http://schemas.openxmlformats.org/drawingml/2006/main">
              <a:ext uri="{FF2B5EF4-FFF2-40B4-BE49-F238E27FC236}">
                <a16:creationId xmlns:a16="http://schemas.microsoft.com/office/drawing/2014/main" id="{19B3575B-39FB-46CB-9F27-5DF2D9D83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D5B9C718-8AC1-4DDB-A6DF-192B231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BDFD048C-A57A-49B8-A663-448A2D9B7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901F16D-A1B3-4A31-B718-FF0636FD70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002FDA76-A29D-43EB-884C-00A8D15884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92F7D57B-3630-45EB-959E-47FFF08C01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95FED60-D399-47E2-852A-2A30767F6B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C74C0EA0-4F17-40EF-92D9-BC9D46632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9EDC8476-5EF8-4761-8B84-AD0A5195FF6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BC218069-1C72-43F4-98D6-1C2F9A167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32C45968-3AF9-40EE-9646-42586AC033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B6F3BC3D-80D3-4481-9F0D-818845ABB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2d10e93d74d9e" /><Relationship Type="http://schemas.openxmlformats.org/officeDocument/2006/relationships/slideLayout" Target="/ppt/slideLayouts/slideLayout1.xml" Id="R62f145f591f642b2" /><Relationship Type="http://schemas.openxmlformats.org/officeDocument/2006/relationships/slideLayout" Target="/ppt/slideLayouts/slideLayout2.xml" Id="R3d4419b434904fd5" /><Relationship Type="http://schemas.openxmlformats.org/officeDocument/2006/relationships/slideLayout" Target="/ppt/slideLayouts/slideLayout3.xml" Id="R06b67b3eb871481a" /><Relationship Type="http://schemas.openxmlformats.org/officeDocument/2006/relationships/slideLayout" Target="/ppt/slideLayouts/slideLayout4.xml" Id="R38004d3386a8431e" /><Relationship Type="http://schemas.openxmlformats.org/officeDocument/2006/relationships/slideLayout" Target="/ppt/slideLayouts/slideLayout5.xml" Id="Rbf7fa5c052204299" /><Relationship Type="http://schemas.openxmlformats.org/officeDocument/2006/relationships/slideLayout" Target="/ppt/slideLayouts/slideLayout6.xml" Id="R63fff2c0fb01411e" /><Relationship Type="http://schemas.openxmlformats.org/officeDocument/2006/relationships/slideLayout" Target="/ppt/slideLayouts/slideLayout7.xml" Id="R37b5ae0da37e4983" /><Relationship Type="http://schemas.openxmlformats.org/officeDocument/2006/relationships/slideLayout" Target="/ppt/slideLayouts/slideLayout8.xml" Id="R08a6603e28bb4e30" /><Relationship Type="http://schemas.openxmlformats.org/officeDocument/2006/relationships/slideLayout" Target="/ppt/slideLayouts/slideLayout9.xml" Id="R642ca4cf61e247d9" /><Relationship Type="http://schemas.openxmlformats.org/officeDocument/2006/relationships/slideLayout" Target="/ppt/slideLayouts/slideLayout10.xml" Id="R3de6b8a4780b4844" /><Relationship Type="http://schemas.openxmlformats.org/officeDocument/2006/relationships/slideLayout" Target="/ppt/slideLayouts/slideLayout11.xml" Id="Rb58b7dd9792640f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BBB4585-1E88-4980-9601-FBD92F0BF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FF935E9-82A5-406A-93A0-DEBD875F9D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09A630C-E6D6-45EA-8947-84F652EE70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f145f591f642b2"/>
    <p:sldLayoutId xmlns:r="http://schemas.openxmlformats.org/officeDocument/2006/relationships" id="2147483650" r:id="R3d4419b434904fd5"/>
    <p:sldLayoutId xmlns:r="http://schemas.openxmlformats.org/officeDocument/2006/relationships" id="2147483651" r:id="R06b67b3eb871481a"/>
    <p:sldLayoutId xmlns:r="http://schemas.openxmlformats.org/officeDocument/2006/relationships" id="2147483652" r:id="R38004d3386a8431e"/>
    <p:sldLayoutId xmlns:r="http://schemas.openxmlformats.org/officeDocument/2006/relationships" id="2147483653" r:id="Rbf7fa5c052204299"/>
    <p:sldLayoutId xmlns:r="http://schemas.openxmlformats.org/officeDocument/2006/relationships" id="2147483654" r:id="R63fff2c0fb01411e"/>
    <p:sldLayoutId xmlns:r="http://schemas.openxmlformats.org/officeDocument/2006/relationships" id="2147483655" r:id="R37b5ae0da37e4983"/>
    <p:sldLayoutId xmlns:r="http://schemas.openxmlformats.org/officeDocument/2006/relationships" id="2147483656" r:id="R08a6603e28bb4e30"/>
    <p:sldLayoutId xmlns:r="http://schemas.openxmlformats.org/officeDocument/2006/relationships" id="2147483657" r:id="R642ca4cf61e247d9"/>
    <p:sldLayoutId xmlns:r="http://schemas.openxmlformats.org/officeDocument/2006/relationships" id="2147483658" r:id="R3de6b8a4780b4844"/>
    <p:sldLayoutId xmlns:r="http://schemas.openxmlformats.org/officeDocument/2006/relationships" id="2147483659" r:id="Rb58b7dd9792640f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f0ddc1cf45df" /><Relationship Type="http://schemas.openxmlformats.org/officeDocument/2006/relationships/image" Target="/ppt/media/image.png" Id="R9ffb5d903a614a5e" /><Relationship Type="http://schemas.openxmlformats.org/officeDocument/2006/relationships/image" Target="/ppt/media/image2.png" Id="Rb208cda9bd7e4b79" /><Relationship Type="http://schemas.openxmlformats.org/officeDocument/2006/relationships/image" Target="/ppt/media/image3.png" Id="R23c9da77e9ed466b" /><Relationship Type="http://schemas.openxmlformats.org/officeDocument/2006/relationships/image" Target="/ppt/media/image4.png" Id="Rabc62baf0eef4fac" /><Relationship Type="http://schemas.openxmlformats.org/officeDocument/2006/relationships/hyperlink" Target="https://latch-bch.vercel.app" TargetMode="External" Id="R10e83bbcabd44634" /><Relationship Type="http://schemas.openxmlformats.org/officeDocument/2006/relationships/image" Target="/ppt/media/image5.png" Id="R8b68601e88424a1b" /><Relationship Type="http://schemas.openxmlformats.org/officeDocument/2006/relationships/image" Target="/ppt/media/image6.png" Id="Rb0817ca3325842dc" /><Relationship Type="http://schemas.openxmlformats.org/officeDocument/2006/relationships/image" Target="/ppt/media/image7.png" Id="R0a4a68dfa438403c" /><Relationship Type="http://schemas.openxmlformats.org/officeDocument/2006/relationships/image" Target="/ppt/media/image8.png" Id="R558d673b5243463a" /><Relationship Type="http://schemas.openxmlformats.org/officeDocument/2006/relationships/image" Target="/ppt/media/image9.png" Id="R8ee0aa2818694016" /><Relationship Type="http://schemas.openxmlformats.org/officeDocument/2006/relationships/image" Target="/ppt/media/image.svg" Id="R4b038e6b0df84896" /><Relationship Type="http://schemas.openxmlformats.org/officeDocument/2006/relationships/notesSlide" Target="/ppt/notesSlides/notesSlide1.xml" Id="R5d2ce364623c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c00dc9db4844" /><Relationship Type="http://schemas.openxmlformats.org/officeDocument/2006/relationships/image" Target="/ppt/media/image2.png" Id="Re6c0a98eefac4fae" /><Relationship Type="http://schemas.openxmlformats.org/officeDocument/2006/relationships/image" Target="/ppt/media/image4.png" Id="R11eb06b58d6b4361" /><Relationship Type="http://schemas.openxmlformats.org/officeDocument/2006/relationships/hyperlink" Target="https://github.com/Foreveranka/latch-bch" TargetMode="External" Id="R71b42f9decb74e67" /><Relationship Type="http://schemas.openxmlformats.org/officeDocument/2006/relationships/notesSlide" Target="/ppt/notesSlides/notesSlide2.xml" Id="R41b21eba68e1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ca9480dc4933" /><Relationship Type="http://schemas.openxmlformats.org/officeDocument/2006/relationships/image" Target="/ppt/media/image10.png" Id="Re45392bbd7bc40a5" /><Relationship Type="http://schemas.openxmlformats.org/officeDocument/2006/relationships/image" Target="/ppt/media/image11.png" Id="Ref9a8b5167204176" /><Relationship Type="http://schemas.openxmlformats.org/officeDocument/2006/relationships/image" Target="/ppt/media/image12.png" Id="Rf2fd3472a09f4cff" /><Relationship Type="http://schemas.openxmlformats.org/officeDocument/2006/relationships/image" Target="/ppt/media/image13.png" Id="R2e703023882e4280" /><Relationship Type="http://schemas.openxmlformats.org/officeDocument/2006/relationships/image" Target="/ppt/media/image.jpeg" Id="Rd812536ad8a74010" /><Relationship Type="http://schemas.openxmlformats.org/officeDocument/2006/relationships/notesSlide" Target="/ppt/notesSlides/notesSlide3.xml" Id="Ra2b78c4ee84a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061c9539f4038" /><Relationship Type="http://schemas.openxmlformats.org/officeDocument/2006/relationships/image" Target="/ppt/media/image14.png" Id="R9bac10a8104e4ec5" /><Relationship Type="http://schemas.openxmlformats.org/officeDocument/2006/relationships/image" Target="/ppt/media/image11.png" Id="R65076c0c511e4ec9" /><Relationship Type="http://schemas.openxmlformats.org/officeDocument/2006/relationships/image" Target="/ppt/media/image12.png" Id="Ra4fd0616269d4ac4" /><Relationship Type="http://schemas.openxmlformats.org/officeDocument/2006/relationships/notesSlide" Target="/ppt/notesSlides/notesSlide4.xml" Id="R540545d24d6f4f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7de977ca04adf" /><Relationship Type="http://schemas.openxmlformats.org/officeDocument/2006/relationships/image" Target="/ppt/media/image2.png" Id="Rd211d2b9c29541d4" /><Relationship Type="http://schemas.openxmlformats.org/officeDocument/2006/relationships/image" Target="/ppt/media/image4.png" Id="Rb2d347d803024d10" /><Relationship Type="http://schemas.openxmlformats.org/officeDocument/2006/relationships/image" Target="/ppt/media/image2.jpeg" Id="R99888f5975c94d94" /><Relationship Type="http://schemas.openxmlformats.org/officeDocument/2006/relationships/notesSlide" Target="/ppt/notesSlides/notesSlide5.xml" Id="Re2ea3c14071b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b8873e5e848f7" /><Relationship Type="http://schemas.openxmlformats.org/officeDocument/2006/relationships/image" Target="/ppt/media/image14.png" Id="R100bc474a28a4ecc" /><Relationship Type="http://schemas.openxmlformats.org/officeDocument/2006/relationships/image" Target="/ppt/media/image11.png" Id="Rdc6281326c2a4cc9" /><Relationship Type="http://schemas.openxmlformats.org/officeDocument/2006/relationships/image" Target="/ppt/media/image12.png" Id="Ra85e79df06504b88" /><Relationship Type="http://schemas.openxmlformats.org/officeDocument/2006/relationships/notesSlide" Target="/ppt/notesSlides/notesSlide6.xml" Id="R9693979ab25a43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21643fbf4be2" /><Relationship Type="http://schemas.openxmlformats.org/officeDocument/2006/relationships/image" Target="/ppt/media/image15.png" Id="R225b884068444b50" /><Relationship Type="http://schemas.openxmlformats.org/officeDocument/2006/relationships/image" Target="/ppt/media/image16.png" Id="R3a53741d30b24ee2" /><Relationship Type="http://schemas.openxmlformats.org/officeDocument/2006/relationships/image" Target="/ppt/media/image17.png" Id="Rc34803ad19fb4a1a" /><Relationship Type="http://schemas.openxmlformats.org/officeDocument/2006/relationships/image" Target="/ppt/media/image18.png" Id="Rd0e5d2e681c84e57" /><Relationship Type="http://schemas.openxmlformats.org/officeDocument/2006/relationships/image" Target="/ppt/media/image19.png" Id="Recf8a60304ed437c" /><Relationship Type="http://schemas.openxmlformats.org/officeDocument/2006/relationships/image" Target="/ppt/media/image20.png" Id="R5e53d4ae8b33409e" /><Relationship Type="http://schemas.openxmlformats.org/officeDocument/2006/relationships/hyperlink" Target="https://latch-bch.vercel.app" TargetMode="External" Id="R02a53d140c9e409d" /><Relationship Type="http://schemas.openxmlformats.org/officeDocument/2006/relationships/notesSlide" Target="/ppt/notesSlides/notesSlide7.xml" Id="Ra4db5d68a7ae48e2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ffb5d903a614a5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27B47C60-A273-4645-885F-39636F2D0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8cda9bd7e4b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05DE557D-2F19-4AD9-84CC-D5B40029D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9da77e9ed46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48900" y="2873025"/>
            <a:ext cx="7264075" cy="3239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2EDC15EC-7A97-4620-83E7-B94F7BD18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62baf0eef4fa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D8AE9DC4-4FDA-469C-A857-3962CC9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50" y="2271850"/>
            <a:ext cx="3982500" cy="8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Latch</a:t>
            </a:r>
            <a:endParaRPr sz="33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D76F50C6-D79D-4E2B-AD9C-EFCF6B0A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557100" cy="6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AD18679F-1071-482B-9D0A-C4B166A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8" y="4402200"/>
            <a:ext cx="2256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10e83bbcabd44634"/>
              </a:rPr>
              <a:t>Latch demo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92C54C94-932D-4075-B8E1-6459B77F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425" y="4402200"/>
            <a:ext cx="14922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foreveranka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E8F7139E-7ABD-448F-8CCB-FD4CF369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00" y="4402200"/>
            <a:ext cx="1752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0xmetee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47653FA0-B119-4F8E-BD31-E97C0B5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43" y="4503000"/>
            <a:ext cx="250800" cy="2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1359D19A-4D2F-494A-88CB-CCE80EC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01" y="4503000"/>
            <a:ext cx="250800" cy="2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772D9222-7416-483F-87E4-465667440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8601e88424a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9006" y="4489961"/>
            <a:ext cx="267388" cy="2673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5F07D018-F2FF-4037-BD5E-1A9D154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511" y="4496950"/>
            <a:ext cx="250800" cy="2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CC4B11F0-4D34-49CD-A2C6-337F69C8F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17ca3325842d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2455" y="4527778"/>
            <a:ext cx="215025" cy="215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8" name="Google Shape;68;p13">
            <a:extLst xmlns:a="http://schemas.openxmlformats.org/drawingml/2006/main">
              <a:ext uri="{FF2B5EF4-FFF2-40B4-BE49-F238E27FC236}">
                <a16:creationId xmlns:a16="http://schemas.microsoft.com/office/drawing/2014/main" id="{74CF8EA4-6C68-4743-8739-5BC6ABF16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a68dfa43840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160" y="4484913"/>
            <a:ext cx="274875" cy="274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3B14CDBD-1BFD-42FE-AFAF-21C9EDFC7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d673b5243463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27" y="66125"/>
            <a:ext cx="523850" cy="5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345B1E37-AC67-406C-AED0-AD31BA4D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50" y="3025350"/>
            <a:ext cx="3982500" cy="8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Ömer Metehan İzal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Prototype · 17 Oct 2026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1" name="Google Shape;71;p13">
            <a:extLst xmlns:a="http://schemas.openxmlformats.org/drawingml/2006/main">
              <a:ext uri="{FF2B5EF4-FFF2-40B4-BE49-F238E27FC236}">
                <a16:creationId xmlns:a16="http://schemas.microsoft.com/office/drawing/2014/main" id="{0545C165-91B8-4DC2-A5BE-EC7ADC707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0aa2818694016">
            <a:alphaModFix/>
            <a:extLst>
              <a:ext uri="{96DAC541-7B7A-43D3-8B79-37D633B846F1}">
                <asvg:svgBlip xmlns:asvg="http://schemas.microsoft.com/office/drawing/2016/SVG/main" r:embed="R4b038e6b0df8489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325" y="525350"/>
            <a:ext cx="3749025" cy="3749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10929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4">
            <a:extLst xmlns:a="http://schemas.openxmlformats.org/drawingml/2006/main">
              <a:ext uri="{FF2B5EF4-FFF2-40B4-BE49-F238E27FC236}">
                <a16:creationId xmlns:a16="http://schemas.microsoft.com/office/drawing/2014/main" id="{6EF1F3D2-B4CB-4C25-9364-4495F4905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0a98eefac4fa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180268FA-01B2-477E-B720-EB1364ACE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b06b58d6b43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4">
            <a:extLst xmlns:a="http://schemas.openxmlformats.org/drawingml/2006/main">
              <a:ext uri="{FF2B5EF4-FFF2-40B4-BE49-F238E27FC236}">
                <a16:creationId xmlns:a16="http://schemas.microsoft.com/office/drawing/2014/main" id="{7E7C054A-753E-46AE-AA59-BD303268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546325"/>
            <a:ext cx="6835500" cy="38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24"/>
              </a:spcAft>
            </a:pPr>
            <a:r>
              <a:rPr sz="4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Latch</a:t>
            </a:r>
          </a:p>
          <a:p xmlns:a="http://schemas.openxmlformats.org/drawingml/2006/main">
            <a:pPr>
              <a:spcAft>
                <a:spcPts val="25"/>
              </a:spcAft>
            </a:pPr>
            <a:r>
              <a:rPr sz="31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BCH payments with a refund path</a:t>
            </a:r>
            <a:br>
              <a:rPr sz="31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31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for funds that stay unclaimed</a:t>
            </a:r>
          </a:p>
          <a:p xmlns:a="http://schemas.openxmlformats.org/drawingml/2006/main">
            <a:r>
              <a:rPr sz="2100" u="sng">
                <a:solidFill>
                  <a:srgbClr val="00B8C4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71b42f9decb74e67"/>
              </a:rPr>
              <a:t>github.com/Foreveranka/latch-bch</a:t>
            </a:r>
          </a:p>
        </p:txBody>
      </p:sp>
    </p:spTree>
    <p:extLst>
      <p:ext uri="{BB962C8B-B14F-4D97-AF65-F5344CB8AC3E}">
        <p14:creationId xmlns:p14="http://schemas.microsoft.com/office/powerpoint/2010/main" val="172552216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45392bbd7bc40a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3252B4C1-8BF0-4C10-A4C7-BEEC7688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54F1F4F2-4619-4D44-86D2-CE036652E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a8b516720417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5">
            <a:extLst xmlns:a="http://schemas.openxmlformats.org/drawingml/2006/main">
              <a:ext uri="{FF2B5EF4-FFF2-40B4-BE49-F238E27FC236}">
                <a16:creationId xmlns:a16="http://schemas.microsoft.com/office/drawing/2014/main" id="{7C4CBF77-5F97-4EFA-8949-0738289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886800"/>
            <a:ext cx="7587300" cy="35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>
            <a:extLst xmlns:a="http://schemas.openxmlformats.org/drawingml/2006/main">
              <a:ext uri="{FF2B5EF4-FFF2-40B4-BE49-F238E27FC236}">
                <a16:creationId xmlns:a16="http://schemas.microsoft.com/office/drawing/2014/main" id="{E5E863CA-3787-4658-92DB-46303EB1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400" y="710750"/>
            <a:ext cx="479520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>
            <a:extLst xmlns:a="http://schemas.openxmlformats.org/drawingml/2006/main">
              <a:ext uri="{FF2B5EF4-FFF2-40B4-BE49-F238E27FC236}">
                <a16:creationId xmlns:a16="http://schemas.microsoft.com/office/drawing/2014/main" id="{9447FB7C-36B0-4BC2-BEE7-CC36EF94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25" y="624000"/>
            <a:ext cx="19542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2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7B4E66FF-4A81-41EE-BFDE-5A6E5B6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25" y="4652075"/>
            <a:ext cx="20283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C0000"/>
                </a:solidFill>
                <a:latin typeface="Montserrat"/>
                <a:ea typeface="Montserrat"/>
                <a:cs typeface="Montserrat"/>
              </a:rPr>
              <a:t>bchblaze.com</a:t>
            </a:r>
            <a:endParaRPr sz="1300">
              <a:solidFill>
                <a:srgbClr val="CC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29F50365-088B-44E5-981A-52042078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75" y="1346650"/>
            <a:ext cx="7127400" cy="28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86854F59-9598-41CE-B58C-783FABA1D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3472a09f4cf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C052DF4D-259F-4F32-A9CD-D3A17BB2D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03023882e42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D4C5D6EE-3C2A-4F0F-9F50-25092E8B2D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a8b516720417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FF6E2687-A350-4880-9EA3-9A97EA3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909750"/>
            <a:ext cx="3882900" cy="339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A sender needs to pay one specific wallet.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The recipient may not claim it immediately.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/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Latch locks BCH for that recipient and gives the sender a refund path after a known block.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/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A shared link cannot redirect the funds.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204B7AA1-06B7-4943-AEE2-7818A5C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425625"/>
            <a:ext cx="578880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B0C389D6-EA3F-471E-8F0C-F9124528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25" y="339825"/>
            <a:ext cx="5341800" cy="56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The payment handoff</a:t>
            </a:r>
            <a:endParaRPr sz="2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DC19A0DC-3E30-4A65-9F4F-1E7B901D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825" y="886800"/>
            <a:ext cx="3775500" cy="35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 w="28575" cap="flat" cmpd="sng">
            <a:solidFill>
              <a:srgbClr val="860620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5">
            <a:extLst xmlns:a="http://schemas.openxmlformats.org/drawingml/2006/main">
              <a:ext uri="{FF2B5EF4-FFF2-40B4-BE49-F238E27FC236}">
                <a16:creationId xmlns:a16="http://schemas.microsoft.com/office/drawing/2014/main" id="{249A4723-5F02-4F55-99A3-392C96DE4B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3472a09f4cf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8" name="Google Shape;98;p15">
            <a:extLst xmlns:a="http://schemas.openxmlformats.org/drawingml/2006/main">
              <a:ext uri="{FF2B5EF4-FFF2-40B4-BE49-F238E27FC236}">
                <a16:creationId xmlns:a16="http://schemas.microsoft.com/office/drawing/2014/main" id="{C9238F2D-056B-4524-BD1F-C2AC4BB00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2536ad8a74010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5122300" y="1795897"/>
            <a:ext cx="3278551" cy="17374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850235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bac10a8104e4ec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B6B2F65E-861B-4C73-BC1B-ADAF926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D0C201A3-01A2-41E0-A9C8-E2FFC246C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76c0c511e4e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BE2E492D-D0A8-476A-94BB-231FB31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3ED9A413-2B14-4BC8-BF62-E307A1A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A24C2272-B74F-4D38-92C3-673033E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Payment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controls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9CC2B3BE-F3DF-4CA9-93B7-3EFE21F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27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Only the named wallet claims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914400" lvl="1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○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Sender refund after maturity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914400" lvl="1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○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No platform custody key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457200" lvl="0" indent="-4127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Exportable recovery record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457200" lvl="0" indent="-4127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800-satoshi settlement fee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914400" lvl="1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○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Local VM demo without a wallet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4E0CB600-55EE-42D9-B2AD-0A6264DA0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d0616269d4a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6963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1838D94D-D15F-4220-A89C-257666A81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d2b9c29541d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315D0F95-87CD-41A4-85D4-DE8070674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347d803024d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17">
            <a:extLst xmlns:a="http://schemas.openxmlformats.org/drawingml/2006/main">
              <a:ext uri="{FF2B5EF4-FFF2-40B4-BE49-F238E27FC236}">
                <a16:creationId xmlns:a16="http://schemas.microsoft.com/office/drawing/2014/main" id="{EA8D504B-AEA2-4185-80BB-AFC96CD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00" y="193450"/>
            <a:ext cx="8182200" cy="28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6"/>
              </a:spcAft>
            </a:pPr>
            <a:r>
              <a:rPr sz="4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BCH contract</a:t>
            </a:r>
          </a:p>
          <a:p xmlns:a="http://schemas.openxmlformats.org/drawingml/2006/main">
            <a:r>
              <a:rPr sz="2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CashScript fixes the destination and caps the fee.</a:t>
            </a:r>
            <a:br>
              <a:rPr sz="2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2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WizardConnect keeps signing in your wallet.</a:t>
            </a:r>
            <a:br>
              <a:rPr sz="2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23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18 automated tests pass. Mainnet proof is pending.</a:t>
            </a:r>
          </a:p>
        </p:txBody>
      </p:sp>
      <p:pic>
        <p:nvPic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224458F6-46DC-4BF3-A3BE-09219D515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8f5975c94d94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1281750" y="2947067"/>
            <a:ext cx="6580476" cy="18580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62189902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00bc474a28a4ec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4950C33C-311D-406A-A5BA-7BD5306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3" name="Google Shape;123;p18">
            <a:extLst xmlns:a="http://schemas.openxmlformats.org/drawingml/2006/main">
              <a:ext uri="{FF2B5EF4-FFF2-40B4-BE49-F238E27FC236}">
                <a16:creationId xmlns:a16="http://schemas.microsoft.com/office/drawing/2014/main" id="{A4AF6E7F-6649-480A-927C-9769D6C6D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281326c2a4c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D1EFAEE9-4FB5-426C-94D4-7F085CBE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7BCAD9A1-0D2E-4CAF-B2FE-3396509B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88BDBA65-33DE-47A5-A662-16E39DEF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Next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steps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7" name="Google Shape;127;p18">
            <a:extLst xmlns:a="http://schemas.openxmlformats.org/drawingml/2006/main">
              <a:ext uri="{FF2B5EF4-FFF2-40B4-BE49-F238E27FC236}">
                <a16:creationId xmlns:a16="http://schemas.microsoft.com/office/drawing/2014/main" id="{7672CC60-471A-43BF-BF71-80CB533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27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Pilot has no platform fee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914400" lvl="1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○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Future paid team tracking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914400" lvl="1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○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Live wallet and mainnet tests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Substantial November upgrades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Prototype predates the event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Char char="●"/>
            </a:pPr>
            <a:r>
              <a:rPr sz="22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Refund maturity does not cancel a recipient claim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B45FC7C3-BFE4-4B78-9376-09E71517C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e79df06504b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22978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29760EF8-ADCC-469F-A7A3-BCF73D5DD4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b884068444b5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8566057D-8FF1-4C24-A97B-BA7742F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CCD6D1ED-A8E7-4EC8-A160-B41F36F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52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TRY LATCH</a:t>
            </a:r>
            <a:endParaRPr sz="77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FADFBEA7-2BFE-4FB2-9AC4-3230460F5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3741d30b24ee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809750"/>
            <a:ext cx="4762500" cy="26789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DECA29C9-36BC-4D5A-BE55-B76FCD760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803ad19fb4a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9BDCBCAA-CC93-4D76-A9C6-381BD0E33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d2e681c84e5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28649AD1-827E-4F0D-A27B-759AC90D8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8a60304ed437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13" y="124265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3881D3A9-121D-410B-BBCA-057B4F613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3d4ae8b3340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ACDD28CF-2AAE-42F3-9080-4EC677CC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02a53d140c9e409d"/>
              </a:rPr>
              <a:t>latch-bch.vercel.app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76EA8C21-6058-46FD-BCD1-6C2A23E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0" y="4572000"/>
            <a:ext cx="13365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A12F1970-3F42-441A-B4D7-8D0ACF47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675" y="4587250"/>
            <a:ext cx="9837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C53A3219-8C22-484F-93A1-64D4EF1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6475" y="1531850"/>
            <a:ext cx="3711900" cy="26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34758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2026-10-17T00:56:05.0610000Z</dcterms:created>
  <dcterms:modified xsi:type="dcterms:W3CDTF">2026-10-17T00:56:05.0610000Z</dcterms:modified>
</coreProperties>
</file>